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0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43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502920"/>
            <a:ext cx="2560320" cy="54864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731520"/>
            <a:ext cx="1554480" cy="54864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48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Hyperagent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98022" y="2898648"/>
            <a:ext cx="80076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800" dirty="0" smtClean="0">
                <a:solidFill>
                  <a:srgbClr val="D7E3F2"/>
                </a:solidFill>
              </a:rPr>
              <a:t>Самообучающийся </a:t>
            </a:r>
            <a:r>
              <a:rPr lang="en-US" sz="1800" dirty="0" err="1" smtClean="0">
                <a:solidFill>
                  <a:srgbClr val="D7E3F2"/>
                </a:solidFill>
              </a:rPr>
              <a:t>агент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406908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4223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mutable code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240280" y="406908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414223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rollback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456432" y="406908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414223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RabbitMQ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800600" y="406908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8E62B8"/>
          </a:solidFill>
          <a:ln w="12700">
            <a:solidFill>
              <a:srgbClr val="8E6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414223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local client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Общая идея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75688"/>
            <a:ext cx="2798064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агент решает задачу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и может </a:t>
            </a:r>
            <a:r>
              <a:rPr lang="en-US" sz="1500" b="1" dirty="0" err="1">
                <a:solidFill>
                  <a:srgbClr val="12213A"/>
                </a:solidFill>
              </a:rPr>
              <a:t>менять</a:t>
            </a:r>
            <a:r>
              <a:rPr lang="en-US" sz="1500" b="1" dirty="0">
                <a:solidFill>
                  <a:srgbClr val="12213A"/>
                </a:solidFill>
              </a:rPr>
              <a:t> </a:t>
            </a:r>
            <a:r>
              <a:rPr lang="ru-RU" sz="1500" b="1" dirty="0" smtClean="0">
                <a:solidFill>
                  <a:srgbClr val="12213A"/>
                </a:solidFill>
              </a:rPr>
              <a:t>свой </a:t>
            </a:r>
            <a:r>
              <a:rPr lang="en-US" sz="1500" b="1" dirty="0" err="1" smtClean="0">
                <a:solidFill>
                  <a:srgbClr val="12213A"/>
                </a:solidFill>
              </a:rPr>
              <a:t>код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FFF2DC"/>
          </a:solidFill>
          <a:ln w="12700">
            <a:solidFill>
              <a:srgbClr val="F2C0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075688"/>
            <a:ext cx="2798064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супервизор проверяет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и фиксирует версии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196596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F2EAF8"/>
          </a:solidFill>
          <a:ln w="12700">
            <a:solidFill>
              <a:srgbClr val="C9A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22208" y="2075688"/>
            <a:ext cx="2798064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клиент выполняет только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разрешённые локальные команды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67328" y="2715768"/>
            <a:ext cx="731520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07808" y="2715768"/>
            <a:ext cx="731520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7548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2213A"/>
                </a:solidFill>
              </a:rPr>
              <a:t>Критическая логика вынесена из зоны самомодификации.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4892040"/>
            <a:ext cx="53949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2213A"/>
                </a:solidFill>
              </a:rPr>
              <a:t>Новая версия становится рабочей только после проверки и перезапуска.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проекта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4663440" cy="5074920"/>
          </a:xfrm>
          <a:prstGeom prst="roundRect">
            <a:avLst>
              <a:gd name="adj" fmla="val 1176"/>
            </a:avLst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99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B4D3"/>
                </a:solidFill>
              </a:rPr>
              <a:t>project tree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23544" y="173736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hyperagent/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23544" y="198374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agent/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23544" y="223012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llminterface/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23544" y="247650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tools/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23544" y="272288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memory/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23544" y="296926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skills/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23544" y="321564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agent_immutable/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23544" y="346202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constitution/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923544" y="370840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supervisor/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23544" y="395478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git_service/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23544" y="420116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rollback.py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23544" y="444754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router/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23544" y="469392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docker_manager.py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23544" y="494030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rabbitmq_router.py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923544" y="518668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database/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23544" y="543306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rabbitmq/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923544" y="567944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contracts/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23544" y="5925820"/>
            <a:ext cx="420624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client/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89788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1527048"/>
            <a:ext cx="18379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agent/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изменяемая логика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21040" y="1417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 w="12700">
            <a:solidFill>
              <a:srgbClr val="F2C0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0768" y="1527048"/>
            <a:ext cx="202082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supervisor/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git + rollback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97880" y="2834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EF8F2"/>
          </a:solidFill>
          <a:ln w="12700">
            <a:solidFill>
              <a:srgbClr val="BBDC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07608" y="2944368"/>
            <a:ext cx="18379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router/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login + контейнеры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21040" y="283464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2EAF8"/>
          </a:solidFill>
          <a:ln w="12700">
            <a:solidFill>
              <a:srgbClr val="C9AF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0768" y="2944368"/>
            <a:ext cx="202082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client/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локальная граница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897880" y="45262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608" y="4636008"/>
            <a:ext cx="444398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rabbitmq + contracts + 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формальный обмен и состояние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Приближение: agent/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</a:rPr>
              <a:t>Единственная зона, которую агент может дополнять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3931920" cy="5166360"/>
          </a:xfrm>
          <a:prstGeom prst="roundRect">
            <a:avLst>
              <a:gd name="adj" fmla="val 1395"/>
            </a:avLst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B4D3"/>
                </a:solidFill>
              </a:rPr>
              <a:t>project tree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hyperagent/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96112" y="19613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agent/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96112" y="22128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llminterface/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96112" y="24643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tools/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96112" y="27157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memory/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96112" y="29672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skills/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186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agent_immutable/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96112" y="34701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constitution/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96112" y="37216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supervisor/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96112" y="39730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git_service/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96112" y="42245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rollback.py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96112" y="44759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router/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96112" y="47274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docker_manager.py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96112" y="49789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rabbitmq_router.py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96112" y="52303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database/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96112" y="54818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rabbitmq/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96112" y="57332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contracts/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96112" y="59847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client/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166360" y="141732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1527048"/>
            <a:ext cx="11064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L0–L3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память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86600" y="141732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1527048"/>
            <a:ext cx="11064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ReAct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цикл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006840" y="14173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16568" y="1527048"/>
            <a:ext cx="128930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tools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сервер / клиент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28816" y="1755648"/>
            <a:ext cx="475488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449056" y="1755648"/>
            <a:ext cx="475488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00800" y="28803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EEF8F2"/>
          </a:solidFill>
          <a:ln w="12700">
            <a:solidFill>
              <a:srgbClr val="BBDC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2990088"/>
            <a:ext cx="160934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completion check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732520" y="288036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2DC"/>
          </a:solidFill>
          <a:ln w="12700">
            <a:solidFill>
              <a:srgbClr val="F2C0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42248" y="2990088"/>
            <a:ext cx="10149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skill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83880" y="3182112"/>
            <a:ext cx="457200" cy="0"/>
          </a:xfrm>
          <a:prstGeom prst="line">
            <a:avLst/>
          </a:prstGeom>
          <a:noFill/>
          <a:ln w="17780">
            <a:solidFill>
              <a:srgbClr val="4F9D69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074920" y="4892040"/>
            <a:ext cx="56692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12213A"/>
                </a:solidFill>
              </a:rPr>
              <a:t>А</a:t>
            </a:r>
            <a:r>
              <a:rPr lang="en-US" sz="1500" dirty="0" err="1" smtClean="0">
                <a:solidFill>
                  <a:srgbClr val="12213A"/>
                </a:solidFill>
              </a:rPr>
              <a:t>гент</a:t>
            </a:r>
            <a:r>
              <a:rPr lang="en-US" sz="1500" dirty="0" smtClean="0">
                <a:solidFill>
                  <a:srgbClr val="12213A"/>
                </a:solidFill>
              </a:rPr>
              <a:t> </a:t>
            </a:r>
            <a:r>
              <a:rPr lang="en-US" sz="1500" dirty="0">
                <a:solidFill>
                  <a:srgbClr val="12213A"/>
                </a:solidFill>
              </a:rPr>
              <a:t>может развивать рабочую логику, но не управляет собственным восстановлением.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Приближение: supervisor/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</a:rPr>
              <a:t>Снимки, проверки и откат не лежат внутри mutable agent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3931920" cy="5166360"/>
          </a:xfrm>
          <a:prstGeom prst="roundRect">
            <a:avLst>
              <a:gd name="adj" fmla="val 1395"/>
            </a:avLst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B4D3"/>
                </a:solidFill>
              </a:rPr>
              <a:t>project tree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hyperagent/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96112" y="19613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agent/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96112" y="22128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llminterface/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96112" y="24643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tools/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96112" y="27157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memory/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96112" y="29672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skills/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186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agent_immutable/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96112" y="34701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constitution/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96112" y="37216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B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supervisor/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96112" y="39730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B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git_service/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96112" y="42245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B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rollback.py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96112" y="44759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router/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96112" y="47274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docker_manager.py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96112" y="49789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rabbitmq_router.py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96112" y="52303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database/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96112" y="54818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rabbitmq/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96112" y="57332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contracts/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96112" y="59847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client/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74920" y="132588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1435608"/>
            <a:ext cx="14721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version_commit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132588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928" y="1435608"/>
            <a:ext cx="12893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syntax check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372600" y="123444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2DC"/>
          </a:solidFill>
          <a:ln w="12700">
            <a:solidFill>
              <a:srgbClr val="F2C0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2328" y="1344168"/>
            <a:ext cx="11978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Snapshot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PENDING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12280" y="1664208"/>
            <a:ext cx="411480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869680" y="1664208"/>
            <a:ext cx="411480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559552" y="30632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EEF8F2"/>
          </a:solidFill>
          <a:ln w="12700">
            <a:solidFill>
              <a:srgbClr val="BBDC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3172968"/>
            <a:ext cx="147218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ACK → STABLE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58200" y="30632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BEAEA"/>
          </a:solidFill>
          <a:ln w="12700">
            <a:solidFill>
              <a:srgbClr val="E3B0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67928" y="3172968"/>
            <a:ext cx="160934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ERROR → rollback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 flipH="1">
            <a:off x="9482328" y="2121408"/>
            <a:ext cx="548640" cy="850392"/>
          </a:xfrm>
          <a:prstGeom prst="line">
            <a:avLst/>
          </a:prstGeom>
          <a:noFill/>
          <a:ln w="17780">
            <a:solidFill>
              <a:srgbClr val="B54A4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6812280" y="2121408"/>
            <a:ext cx="3017520" cy="845820"/>
          </a:xfrm>
          <a:prstGeom prst="line">
            <a:avLst/>
          </a:prstGeom>
          <a:noFill/>
          <a:ln w="17780">
            <a:solidFill>
              <a:srgbClr val="4F9D69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074920" y="4475988"/>
            <a:ext cx="5852160" cy="964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2213A"/>
                </a:solidFill>
              </a:rPr>
              <a:t>Если новая версия падает, супервизор берёт последний стабильный снимок и перезапускает агента.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Приближение: router + RabbitMQ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</a:rPr>
              <a:t>Маршрутизатор создаёт персональную инфраструктуру пользователя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3931920" cy="5166360"/>
          </a:xfrm>
          <a:prstGeom prst="roundRect">
            <a:avLst>
              <a:gd name="adj" fmla="val 1395"/>
            </a:avLst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B4D3"/>
                </a:solidFill>
              </a:rPr>
              <a:t>project tree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hyperagent/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96112" y="19613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agent/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96112" y="22128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llminterface/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96112" y="24643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tools/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96112" y="27157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memory/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96112" y="29672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skills/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186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agent_immutable/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96112" y="34701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constitution/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96112" y="37216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supervisor/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96112" y="39730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git_service/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96112" y="42245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rollback.py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96112" y="44759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82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router/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96112" y="47274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82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docker_manager.py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96112" y="497890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82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rabbitmq_router.py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96112" y="523036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database/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96112" y="548182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rabbitmq/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96112" y="573328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contracts/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96112" y="5984748"/>
            <a:ext cx="3474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9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client/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120640" y="1417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2EAF8"/>
          </a:solidFill>
          <a:ln w="12700">
            <a:solidFill>
              <a:srgbClr val="C9AF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1527048"/>
            <a:ext cx="11978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client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login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86600" y="1417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EEF8F2"/>
          </a:solidFill>
          <a:ln w="12700">
            <a:solidFill>
              <a:srgbClr val="BBDC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1527048"/>
            <a:ext cx="11978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router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auth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098280" y="1325880"/>
            <a:ext cx="2057400" cy="896112"/>
          </a:xfrm>
          <a:prstGeom prst="roundRect">
            <a:avLst>
              <a:gd name="adj" fmla="val 8163"/>
            </a:avLst>
          </a:prstGeom>
          <a:solidFill>
            <a:srgbClr val="FFF2DC"/>
          </a:solidFill>
          <a:ln w="12700">
            <a:solidFill>
              <a:srgbClr val="F2C0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08008" y="1435608"/>
            <a:ext cx="183794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Docker compose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project = login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65392" y="1773936"/>
            <a:ext cx="429768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31352" y="1773936"/>
            <a:ext cx="475488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532120" y="315468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1848" y="3264408"/>
            <a:ext cx="101498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13A"/>
                </a:solidFill>
              </a:rPr>
              <a:t>agent_db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78040" y="315468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87768" y="3264408"/>
            <a:ext cx="128930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13A"/>
                </a:solidFill>
              </a:rPr>
              <a:t>agent_rabbitmq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98280" y="3154680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08008" y="3264408"/>
            <a:ext cx="7406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13A"/>
                </a:solidFill>
              </a:rPr>
              <a:t>agent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378440" y="315468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88168" y="3264408"/>
            <a:ext cx="101498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13A"/>
                </a:solidFill>
              </a:rPr>
              <a:t>supervisor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0" y="5074920"/>
            <a:ext cx="5943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2213A"/>
                </a:solidFill>
              </a:rPr>
              <a:t>Для каждого пользователя — свои контейнеры, порты, очереди и база.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Полная схема обмена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6" name="Image 0" descr="/mnt/data/supervisor_schema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60" y="1143000"/>
            <a:ext cx="11136177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misha_hi/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1_hi/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Клиент: структура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</a:rPr>
              <a:t>После ML части — как пользовательская машина подключается к агенту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2EAF8"/>
          </a:solidFill>
          <a:ln w="12700">
            <a:solidFill>
              <a:srgbClr val="C9AF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938528"/>
            <a:ext cx="18379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Qt UI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страницы и виджеты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1828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3048" y="1938528"/>
            <a:ext cx="192938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ChatController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состояние + сценарии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EF8F2"/>
          </a:solidFill>
          <a:ln w="12700">
            <a:solidFill>
              <a:srgbClr val="BB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938528"/>
            <a:ext cx="174650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RabbitMQClient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сеть + RPC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35440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2DC"/>
          </a:solidFill>
          <a:ln w="12700">
            <a:solidFill>
              <a:srgbClr val="F2C0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45168" y="1938528"/>
            <a:ext cx="174650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Router / Supervisor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backend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286000"/>
            <a:ext cx="594360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97880" y="2286000"/>
            <a:ext cx="594360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2286000"/>
            <a:ext cx="548640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3840480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950208"/>
            <a:ext cx="48554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ClientState: сессия, чат, тема, модель, рабочая директория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84048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950208"/>
            <a:ext cx="4443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work-dir: каталог, в котором выполняются локальные команды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Клиентские команды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</a:rPr>
              <a:t>Граница доступа к локальной файловой системе пользователя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EAF2FB"/>
          </a:solidFill>
          <a:ln w="12700">
            <a:solidFill>
              <a:srgbClr val="BCD0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984248"/>
            <a:ext cx="13807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agent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target=client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63240" y="187452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2DC"/>
          </a:solidFill>
          <a:ln w="12700">
            <a:solidFill>
              <a:srgbClr val="F2C0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984248"/>
            <a:ext cx="1700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supervisor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client_command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87452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2EAF8"/>
          </a:solidFill>
          <a:ln w="12700">
            <a:solidFill>
              <a:srgbClr val="C9A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984248"/>
            <a:ext cx="18836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subprocess.run(cwd)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187452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EEF8F2"/>
          </a:solidFill>
          <a:ln w="12700">
            <a:solidFill>
              <a:srgbClr val="BB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984248"/>
            <a:ext cx="1700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stdout / stderr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13A"/>
                </a:solidFill>
              </a:rPr>
              <a:t>return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42032" y="2231136"/>
            <a:ext cx="429768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47488" y="2231136"/>
            <a:ext cx="438912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44968" y="2231136"/>
            <a:ext cx="438912" cy="0"/>
          </a:xfrm>
          <a:prstGeom prst="line">
            <a:avLst/>
          </a:prstGeom>
          <a:noFill/>
          <a:ln w="17780">
            <a:solidFill>
              <a:srgbClr val="2F6FB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828800" y="38404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6B7480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391363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read_only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3886200" y="3840480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E79627"/>
          </a:solidFill>
          <a:ln w="12700">
            <a:solidFill>
              <a:srgbClr val="E796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391363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ask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486400" y="384048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391363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full_access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178308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2213A"/>
                </a:solidFill>
              </a:rPr>
              <a:t>В режиме ask пользователь подтверждает команду перед запуском.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2213A"/>
                </a:solidFill>
              </a:rPr>
              <a:t>Так агент работает с локальными файлами, но не получает полный контроль молча.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558</Words>
  <Application>Microsoft Office PowerPoint</Application>
  <PresentationFormat>Широкоэкранный</PresentationFormat>
  <Paragraphs>194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Hyperagent</dc:title>
  <dc:subject>Hyperagent presentation</dc:subject>
  <dc:creator>OpenAI</dc:creator>
  <cp:lastModifiedBy>User</cp:lastModifiedBy>
  <cp:revision>4</cp:revision>
  <dcterms:created xsi:type="dcterms:W3CDTF">2026-07-17T06:53:14Z</dcterms:created>
  <dcterms:modified xsi:type="dcterms:W3CDTF">2026-07-17T07:41:23Z</dcterms:modified>
</cp:coreProperties>
</file>